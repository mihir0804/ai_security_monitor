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5" r:id="rId11"/>
    <p:sldId id="340" r:id="rId12"/>
    <p:sldId id="341" r:id="rId13"/>
    <p:sldId id="342" r:id="rId14"/>
    <p:sldId id="343" r:id="rId15"/>
    <p:sldId id="344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8" d="100"/>
          <a:sy n="88" d="100"/>
        </p:scale>
        <p:origin x="370" y="5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=""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=""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=""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=""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=""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=""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=""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=""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=""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=""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=""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=""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=""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=""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=""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=""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=""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=""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=""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=""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=""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=""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=""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=""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=""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=""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=""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=""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=""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=""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=""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=""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oltEqZe8c6V0Y-UyZg2aQf2eBW4WwCXa/view?usp=sharing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3/" TargetMode="External"/><Relationship Id="rId2" Type="http://schemas.openxmlformats.org/officeDocument/2006/relationships/hyperlink" Target="https://github.com/mihir0804/AI_Security_Monitor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ihir-ughade-00601223a/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www.google.com/search?q=https://github.com/mihir08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6417" y="3299931"/>
            <a:ext cx="5141343" cy="459236"/>
          </a:xfrm>
        </p:spPr>
        <p:txBody>
          <a:bodyPr>
            <a:noAutofit/>
          </a:bodyPr>
          <a:lstStyle/>
          <a:p>
            <a:r>
              <a:rPr lang="en-US" sz="1800" u="sng" dirty="0" smtClean="0">
                <a:solidFill>
                  <a:schemeClr val="tx1"/>
                </a:solidFill>
                <a:latin typeface="Georgia" panose="02040502050405020303" pitchFamily="18" charset="0"/>
              </a:rPr>
              <a:t>Student Name </a:t>
            </a:r>
            <a:r>
              <a:rPr lang="en-US" sz="1800" dirty="0" smtClean="0">
                <a:solidFill>
                  <a:schemeClr val="tx1"/>
                </a:solidFill>
                <a:latin typeface="Georgia" panose="02040502050405020303" pitchFamily="18" charset="0"/>
              </a:rPr>
              <a:t>- MIHIR MILIND UGHADE</a:t>
            </a:r>
            <a:endParaRPr lang="en-IN" sz="18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0360" y="1468408"/>
            <a:ext cx="4998720" cy="1630393"/>
          </a:xfrm>
        </p:spPr>
        <p:txBody>
          <a:bodyPr>
            <a:normAutofit fontScale="90000"/>
          </a:bodyPr>
          <a:lstStyle/>
          <a:p>
            <a:r>
              <a:rPr lang="en-GB" sz="3200" u="sng" dirty="0" smtClean="0"/>
              <a:t/>
            </a:r>
            <a:br>
              <a:rPr lang="en-GB" sz="3200" u="sng" dirty="0" smtClean="0"/>
            </a:br>
            <a:r>
              <a:rPr lang="en-GB" sz="3200" u="sng" dirty="0" smtClean="0"/>
              <a:t>Project Title </a:t>
            </a:r>
            <a:r>
              <a:rPr lang="en-GB" sz="3200" dirty="0" smtClean="0"/>
              <a:t>:–</a:t>
            </a:r>
            <a:br>
              <a:rPr lang="en-GB" sz="3200" dirty="0" smtClean="0"/>
            </a:br>
            <a:r>
              <a:rPr lang="en-US" sz="2400" dirty="0" smtClean="0"/>
              <a:t>AI-Based </a:t>
            </a:r>
            <a:r>
              <a:rPr lang="en-US" sz="2400" dirty="0"/>
              <a:t>Network Intrusion Detection System (Enterprise Edition)</a:t>
            </a:r>
            <a:endParaRPr lang="en-IN" sz="24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=""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=""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=""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4876417" y="3967747"/>
            <a:ext cx="6127246" cy="1117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smtClean="0">
                <a:solidFill>
                  <a:schemeClr val="tx1"/>
                </a:solidFill>
                <a:latin typeface="Georgia" panose="02040502050405020303" pitchFamily="18" charset="0"/>
              </a:rPr>
              <a:t>AICTE ID :</a:t>
            </a:r>
          </a:p>
          <a:p>
            <a:r>
              <a:rPr lang="en-IN" sz="1600" u="sng" dirty="0" smtClean="0">
                <a:solidFill>
                  <a:schemeClr val="tx1"/>
                </a:solidFill>
                <a:latin typeface="Georgia" panose="02040502050405020303" pitchFamily="18" charset="0"/>
              </a:rPr>
              <a:t>Apply ID</a:t>
            </a:r>
            <a:r>
              <a:rPr lang="en-IN" sz="1600" dirty="0" smtClean="0">
                <a:solidFill>
                  <a:schemeClr val="tx1"/>
                </a:solidFill>
                <a:latin typeface="Georgia" panose="02040502050405020303" pitchFamily="18" charset="0"/>
              </a:rPr>
              <a:t>: </a:t>
            </a:r>
            <a:r>
              <a:rPr lang="en-IN" sz="1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APPLY_176424501069283e1299f48</a:t>
            </a:r>
            <a:endParaRPr lang="en-IN" sz="1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IN" sz="1600" u="sng" dirty="0">
                <a:solidFill>
                  <a:schemeClr val="tx1"/>
                </a:solidFill>
                <a:latin typeface="Georgia" panose="02040502050405020303" pitchFamily="18" charset="0"/>
              </a:rPr>
              <a:t>Internship ID</a:t>
            </a:r>
            <a:r>
              <a:rPr lang="en-IN" sz="1600" dirty="0" smtClean="0">
                <a:solidFill>
                  <a:schemeClr val="tx1"/>
                </a:solidFill>
                <a:latin typeface="Georgia" panose="02040502050405020303" pitchFamily="18" charset="0"/>
              </a:rPr>
              <a:t>: </a:t>
            </a:r>
            <a:r>
              <a:rPr lang="en-IN" sz="1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INTERNSHIP_1762343729690b3b31bb89f</a:t>
            </a:r>
            <a:r>
              <a:rPr lang="en-US" sz="1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endParaRPr lang="en-IN" sz="14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2102230"/>
            <a:ext cx="6431280" cy="360798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eorgia" panose="02040502050405020303" pitchFamily="18" charset="0"/>
              </a:rPr>
              <a:t>Modern Security Operations Centers (SOCs) face high volumes of network traffic, making manual analysis impossible. Traditional rule-based firewalls often miss novel attack patterns. There is a critical need for an automated, AI-driven system to identify malicious patterns in real-time with high precision.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879894"/>
            <a:ext cx="8486860" cy="4537494"/>
          </a:xfrm>
        </p:spPr>
        <p:txBody>
          <a:bodyPr>
            <a:noAutofit/>
          </a:bodyPr>
          <a:lstStyle/>
          <a:p>
            <a:r>
              <a:rPr lang="en-GB" sz="3600" u="sng" dirty="0" smtClean="0"/>
              <a:t>Project Description</a:t>
            </a:r>
            <a:r>
              <a:rPr lang="en-GB" sz="3600" dirty="0" smtClean="0"/>
              <a:t>:-</a:t>
            </a:r>
            <a:br>
              <a:rPr lang="en-GB" sz="3600" dirty="0" smtClean="0"/>
            </a:br>
            <a:r>
              <a:rPr lang="en-GB" sz="3600" dirty="0" smtClean="0"/>
              <a:t/>
            </a:r>
            <a:br>
              <a:rPr lang="en-GB" sz="3600" dirty="0" smtClean="0"/>
            </a:br>
            <a:r>
              <a:rPr lang="en-GB" sz="1600" dirty="0" smtClean="0"/>
              <a:t/>
            </a:r>
            <a:br>
              <a:rPr lang="en-GB" sz="1600" dirty="0" smtClean="0"/>
            </a:br>
            <a:r>
              <a:rPr lang="en-US" sz="2400" b="0" dirty="0" smtClean="0">
                <a:latin typeface="Georgia" panose="02040502050405020303" pitchFamily="18" charset="0"/>
              </a:rPr>
              <a:t>This </a:t>
            </a:r>
            <a:r>
              <a:rPr lang="en-US" sz="2400" b="0" dirty="0">
                <a:latin typeface="Georgia" panose="02040502050405020303" pitchFamily="18" charset="0"/>
              </a:rPr>
              <a:t>project is a Network Intrusion Detection System (NIDS) built using Python and Machine Learning. It utilizes a Random Forest Classifier to distinguish between benign traffic and malicious attacks (such as </a:t>
            </a:r>
            <a:r>
              <a:rPr lang="en-US" sz="2400" b="0" dirty="0" err="1">
                <a:latin typeface="Georgia" panose="02040502050405020303" pitchFamily="18" charset="0"/>
              </a:rPr>
              <a:t>DDoS</a:t>
            </a:r>
            <a:r>
              <a:rPr lang="en-US" sz="2400" b="0" dirty="0">
                <a:latin typeface="Georgia" panose="02040502050405020303" pitchFamily="18" charset="0"/>
              </a:rPr>
              <a:t> or Port Scanning). The system features a real-time 'Heads-Up Display' (HUD) dashboard for visualization and a Live Packet Inspector for simulation.</a:t>
            </a:r>
            <a:r>
              <a:rPr lang="en-GB" sz="1600" dirty="0"/>
              <a:t/>
            </a:r>
            <a:br>
              <a:rPr lang="en-GB" sz="1600" dirty="0"/>
            </a:b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008" y="1851787"/>
            <a:ext cx="7904481" cy="32377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u="sng" dirty="0"/>
              <a:t>Target Audience</a:t>
            </a:r>
            <a:r>
              <a:rPr lang="en-US" sz="3200" b="1" dirty="0" smtClean="0"/>
              <a:t>:-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Network Security Engineers</a:t>
            </a:r>
          </a:p>
          <a:p>
            <a:r>
              <a:rPr lang="en-US" sz="3200" dirty="0"/>
              <a:t>System Administrators</a:t>
            </a:r>
          </a:p>
          <a:p>
            <a:r>
              <a:rPr lang="en-US" sz="3200" dirty="0"/>
              <a:t>Security Operations Center (SOC) Analysts</a:t>
            </a:r>
          </a:p>
          <a:p>
            <a:r>
              <a:rPr lang="en-US" sz="3200" dirty="0"/>
              <a:t>Enterprise IT Managers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0" y="3847976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=""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473" y="505681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61461" y="1727279"/>
            <a:ext cx="876210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:-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3.8+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:-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-Learn (Random Forest)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UI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:-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:-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Pandas &amp;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:-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59" y="215313"/>
            <a:ext cx="2501396" cy="750845"/>
          </a:xfrm>
        </p:spPr>
        <p:txBody>
          <a:bodyPr>
            <a:normAutofit/>
          </a:bodyPr>
          <a:lstStyle/>
          <a:p>
            <a:r>
              <a:rPr lang="en-GB" sz="4000" dirty="0"/>
              <a:t>RESULTS</a:t>
            </a:r>
            <a:r>
              <a:rPr lang="en-GB" sz="3600" dirty="0"/>
              <a:t>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 smtClean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59" y="1120605"/>
            <a:ext cx="8664640" cy="39431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2948" y="5337333"/>
            <a:ext cx="5544661" cy="4001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  <a:latin typeface="Georgia" panose="02040502050405020303" pitchFamily="18" charset="0"/>
              </a:rPr>
              <a:t>The "Healthy System" (Dashboard View)</a:t>
            </a:r>
            <a:endParaRPr lang="en-IN" sz="2000" b="1" dirty="0">
              <a:solidFill>
                <a:schemeClr val="accent4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429" y="155928"/>
            <a:ext cx="2438179" cy="690460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RESULTS 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2800" b="0" u="sng" dirty="0" smtClean="0">
                <a:solidFill>
                  <a:srgbClr val="0070C0"/>
                </a:solidFill>
                <a:hlinkClick r:id="rId3"/>
              </a:rPr>
              <a:t>Demo </a:t>
            </a:r>
            <a:r>
              <a:rPr lang="en-GB" sz="2800" b="0" u="sng" dirty="0">
                <a:solidFill>
                  <a:srgbClr val="0070C0"/>
                </a:solidFill>
                <a:hlinkClick r:id="rId3"/>
              </a:rPr>
              <a:t>Link</a:t>
            </a:r>
            <a:endParaRPr lang="en-IN" sz="6000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6372" y="5181533"/>
            <a:ext cx="5039248" cy="459390"/>
          </a:xfrm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4"/>
                </a:solidFill>
                <a:latin typeface="Georgia" panose="02040502050405020303" pitchFamily="18" charset="0"/>
              </a:rPr>
              <a:t>The "Attack Detected" (The Red Box)</a:t>
            </a:r>
            <a:endParaRPr lang="en-IN" b="1" dirty="0">
              <a:solidFill>
                <a:schemeClr val="accent4"/>
              </a:solidFill>
              <a:latin typeface="Georgia" panose="020405020504050203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29" y="927018"/>
            <a:ext cx="8995134" cy="409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5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58447"/>
            <a:ext cx="2636586" cy="699085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1841" y="5163403"/>
            <a:ext cx="5133285" cy="477520"/>
          </a:xfrm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  <a:latin typeface="Georgia" panose="02040502050405020303" pitchFamily="18" charset="0"/>
              </a:rPr>
              <a:t>The "Smart AI" (The Suspicious Case)</a:t>
            </a:r>
            <a:endParaRPr lang="en-IN" b="1" dirty="0">
              <a:solidFill>
                <a:schemeClr val="accent4"/>
              </a:solidFill>
              <a:latin typeface="Georgia" panose="020405020504050203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7" y="1120094"/>
            <a:ext cx="8785055" cy="392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208646" y="170178"/>
            <a:ext cx="8671243" cy="511309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u="sng" dirty="0" smtClean="0">
                <a:solidFill>
                  <a:schemeClr val="tx1"/>
                </a:solidFill>
              </a:rPr>
              <a:t>Certificate - Protection </a:t>
            </a:r>
            <a:r>
              <a:rPr lang="en-IN" b="1" u="sng" dirty="0">
                <a:solidFill>
                  <a:schemeClr val="tx1"/>
                </a:solidFill>
              </a:rPr>
              <a:t>from browser </a:t>
            </a:r>
            <a:r>
              <a:rPr lang="en-IN" b="1" u="sng" dirty="0" smtClean="0">
                <a:solidFill>
                  <a:schemeClr val="tx1"/>
                </a:solidFill>
              </a:rPr>
              <a:t>attacks</a:t>
            </a:r>
            <a:r>
              <a:rPr lang="en-GB" b="1" u="sng" dirty="0" smtClean="0">
                <a:solidFill>
                  <a:schemeClr val="tx1"/>
                </a:solidFill>
              </a:rPr>
              <a:t> </a:t>
            </a:r>
            <a:endParaRPr lang="en-IN" b="1" u="sng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38" y="836557"/>
            <a:ext cx="7495179" cy="530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46670" y="92540"/>
            <a:ext cx="8671243" cy="56306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u="sng" dirty="0" smtClean="0">
                <a:solidFill>
                  <a:schemeClr val="tx1"/>
                </a:solidFill>
              </a:rPr>
              <a:t>Certificate </a:t>
            </a:r>
            <a:r>
              <a:rPr lang="en-IN" b="1" u="sng" dirty="0">
                <a:solidFill>
                  <a:schemeClr val="tx1"/>
                </a:solidFill>
              </a:rPr>
              <a:t>- Introduction to System Security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92" y="858058"/>
            <a:ext cx="7480400" cy="529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068629" y="127046"/>
            <a:ext cx="7348091" cy="485429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u="sng" dirty="0" smtClean="0">
                <a:solidFill>
                  <a:schemeClr val="tx1"/>
                </a:solidFill>
              </a:rPr>
              <a:t>Certificate </a:t>
            </a:r>
            <a:r>
              <a:rPr lang="en-IN" b="1" u="sng" dirty="0">
                <a:solidFill>
                  <a:schemeClr val="tx1"/>
                </a:solidFill>
              </a:rPr>
              <a:t>- Securing Android Devices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11" y="715994"/>
            <a:ext cx="7790925" cy="551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0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u="sng" dirty="0" err="1" smtClean="0">
                <a:solidFill>
                  <a:schemeClr val="tx1"/>
                </a:solidFill>
              </a:rPr>
              <a:t>GitHub</a:t>
            </a:r>
            <a:r>
              <a:rPr lang="en-IN" b="1" u="sng" dirty="0" smtClean="0">
                <a:solidFill>
                  <a:schemeClr val="tx1"/>
                </a:solidFill>
              </a:rPr>
              <a:t> link</a:t>
            </a:r>
            <a:r>
              <a:rPr lang="en-IN" b="1" dirty="0" smtClean="0">
                <a:solidFill>
                  <a:schemeClr val="tx1"/>
                </a:solidFill>
              </a:rPr>
              <a:t>:-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1155" y="2027206"/>
            <a:ext cx="94370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linkClick r:id="rId2"/>
              </a:rPr>
              <a:t>AI-Based Network Intrusion Detection System (NIDS)</a:t>
            </a:r>
            <a:endParaRPr lang="en-IN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924756" y="3631721"/>
            <a:ext cx="5485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hlinkClick r:id="rId3"/>
              </a:rPr>
              <a:t>PROJECT DASHBOARD LINK.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111" y="1970792"/>
            <a:ext cx="6323584" cy="153593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7200" b="1" dirty="0" smtClean="0">
                <a:solidFill>
                  <a:schemeClr val="accent5"/>
                </a:solidFill>
                <a:latin typeface="Copperplate Gothic Bold" panose="020E0705020206020404" pitchFamily="34" charset="0"/>
              </a:rPr>
              <a:t>Thank you</a:t>
            </a:r>
            <a:endParaRPr lang="en-US" sz="7200" b="1" dirty="0">
              <a:solidFill>
                <a:schemeClr val="accent5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=""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=""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=""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=""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=""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=""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=""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8337" y="5216751"/>
            <a:ext cx="7935109" cy="1518483"/>
          </a:xfrm>
        </p:spPr>
        <p:txBody>
          <a:bodyPr>
            <a:noAutofit/>
          </a:bodyPr>
          <a:lstStyle/>
          <a:p>
            <a:r>
              <a:rPr lang="en-IN" sz="1600" dirty="0" err="1"/>
              <a:t>Mihir</a:t>
            </a:r>
            <a:r>
              <a:rPr lang="en-IN" sz="1600" dirty="0"/>
              <a:t> </a:t>
            </a:r>
            <a:r>
              <a:rPr lang="en-IN" sz="1600" dirty="0" err="1"/>
              <a:t>Milind</a:t>
            </a:r>
            <a:r>
              <a:rPr lang="en-IN" sz="1600" dirty="0"/>
              <a:t> </a:t>
            </a:r>
            <a:r>
              <a:rPr lang="en-IN" sz="1600" dirty="0" err="1"/>
              <a:t>Ughade</a:t>
            </a:r>
            <a:r>
              <a:rPr lang="en-IN" sz="1600" dirty="0"/>
              <a:t> MBA (Data Science &amp; AI) </a:t>
            </a:r>
            <a:r>
              <a:rPr lang="en-IN" sz="1600" dirty="0" err="1"/>
              <a:t>Manipal</a:t>
            </a:r>
            <a:r>
              <a:rPr lang="en-IN" sz="1600" dirty="0"/>
              <a:t> University Jaipur</a:t>
            </a:r>
          </a:p>
          <a:p>
            <a:r>
              <a:rPr lang="en-IN" sz="1600" dirty="0"/>
              <a:t>📧 Email: </a:t>
            </a:r>
            <a:r>
              <a:rPr lang="en-IN" sz="1600" dirty="0" smtClean="0"/>
              <a:t>[mihirughade0804@gmail.com]</a:t>
            </a:r>
          </a:p>
          <a:p>
            <a:r>
              <a:rPr lang="en-IN" sz="1600" dirty="0" smtClean="0"/>
              <a:t> </a:t>
            </a:r>
            <a:r>
              <a:rPr lang="en-IN" sz="1600" dirty="0"/>
              <a:t>🔗 LinkedIn: [</a:t>
            </a:r>
            <a:r>
              <a:rPr lang="en-IN" sz="1600" dirty="0">
                <a:hlinkClick r:id="rId3"/>
              </a:rPr>
              <a:t>https://www.linkedin.com/in/mihir-ughade-00601223a/] </a:t>
            </a:r>
            <a:endParaRPr lang="en-IN" sz="1600" dirty="0" smtClean="0"/>
          </a:p>
          <a:p>
            <a:r>
              <a:rPr lang="en-IN" sz="1600" dirty="0" smtClean="0"/>
              <a:t>💻 </a:t>
            </a:r>
            <a:r>
              <a:rPr lang="en-IN" sz="1600" dirty="0" err="1"/>
              <a:t>GitHub</a:t>
            </a:r>
            <a:r>
              <a:rPr lang="en-IN" sz="1600" dirty="0"/>
              <a:t>: </a:t>
            </a:r>
            <a:r>
              <a:rPr lang="en-IN" sz="1600" dirty="0">
                <a:hlinkClick r:id="rId4"/>
              </a:rPr>
              <a:t>https://github.com/mihir0804</a:t>
            </a: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16c05727-aa75-4e4a-9b5f-8a80a1165891"/>
    <ds:schemaRef ds:uri="http://www.w3.org/XML/1998/namespace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917</TotalTime>
  <Words>235</Words>
  <Application>Microsoft Office PowerPoint</Application>
  <PresentationFormat>Widescreen</PresentationFormat>
  <Paragraphs>45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Copperplate Gothic Bold</vt:lpstr>
      <vt:lpstr>Georgia</vt:lpstr>
      <vt:lpstr>Trebuchet MS</vt:lpstr>
      <vt:lpstr>Wingdings</vt:lpstr>
      <vt:lpstr>Wingdings 3</vt:lpstr>
      <vt:lpstr>Facet</vt:lpstr>
      <vt:lpstr> Project Title :– AI-Based Network Intrusion Detection System (Enterprise Edition)</vt:lpstr>
      <vt:lpstr>PROBLEM  STATEMENT</vt:lpstr>
      <vt:lpstr>Project Description:-   This project is a Network Intrusion Detection System (NIDS) built using Python and Machine Learning. It utilizes a Random Forest Classifier to distinguish between benign traffic and malicious attacks (such as DDoS or Port Scanning). The system features a real-time 'Heads-Up Display' (HUD) dashboard for visualization and a Live Packet Inspector for simulation. </vt:lpstr>
      <vt:lpstr>WHO ARE THE END USERS?</vt:lpstr>
      <vt:lpstr>Technology Used</vt:lpstr>
      <vt:lpstr>RESULTS </vt:lpstr>
      <vt:lpstr>RESULTS 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ADMIN</cp:lastModifiedBy>
  <cp:revision>92</cp:revision>
  <dcterms:created xsi:type="dcterms:W3CDTF">2021-07-11T13:13:15Z</dcterms:created>
  <dcterms:modified xsi:type="dcterms:W3CDTF">2026-01-03T19:37:31Z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